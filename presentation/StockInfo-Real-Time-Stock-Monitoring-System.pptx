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Poppins Light" panose="020B0502040504020204" pitchFamily="34" charset="0"/>
      <p:regular r:id="rId6"/>
    </p:embeddedFont>
    <p:embeddedFont>
      <p:font typeface="Roboto Light" panose="02000000000000000000" pitchFamily="2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font" Target="fonts/font2.fntdata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1.fntdata" /><Relationship Id="rId11" Type="http://schemas.openxmlformats.org/officeDocument/2006/relationships/tableStyles" Target="tableStyles.xml" /><Relationship Id="rId5" Type="http://schemas.openxmlformats.org/officeDocument/2006/relationships/notesMaster" Target="notesMasters/notesMaster1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E2A5-3804-E946-8957-DC1CC1995B1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9FC71-995A-7D42-A180-1FF3AA08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35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📈</a:t>
            </a: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StockInfo – Real-Time Stock Monitoring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Empowering investors with instant insights into market fluctuations, StockInfo is designed to provide real-time alerts on stock price volatility. Our system ensures you're always informed when prices move beyond your specified thresholds, keeping you ahead in dynamic markets.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437" y="503158"/>
            <a:ext cx="4882753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Architecture: From Data to Decision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7" y="1155025"/>
            <a:ext cx="914995" cy="1097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8432" y="1338024"/>
            <a:ext cx="2649736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Watchlist Management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38432" y="1733669"/>
            <a:ext cx="12251531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SharePoint List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37" y="2253020"/>
            <a:ext cx="914995" cy="1097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8432" y="2436019"/>
            <a:ext cx="25868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Data Fetch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38432" y="2831663"/>
            <a:ext cx="12251531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Power Automate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37" y="3351014"/>
            <a:ext cx="914995" cy="1097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8432" y="3534013"/>
            <a:ext cx="2571988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External API Integration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738432" y="3929658"/>
            <a:ext cx="12251531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Alpha Vantage (via Postman)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37" y="4449008"/>
            <a:ext cx="914995" cy="10979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38432" y="4632007"/>
            <a:ext cx="2365653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Threshold Monitoring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738432" y="5027652"/>
            <a:ext cx="12251531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Alerts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437" y="5547003"/>
            <a:ext cx="914995" cy="10979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38432" y="5730002"/>
            <a:ext cx="2287548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Dynamic Visuals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738432" y="6125647"/>
            <a:ext cx="12251531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Excel Dashboards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40437" y="6850856"/>
            <a:ext cx="13349526" cy="87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robust architecture leverages Power Automate to fetch real-time stock data from the Alpha Vantage API. This data is then compared against user-defined volatility thresholds in a SharePoint-managed watchlist. Significant price movements trigger automated email notifications, while all data is seamlessly integrated into Excel for dynamic visualization and in-depth analysis.</a:t>
            </a:r>
            <a:endParaRPr lang="en-US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45F02E-1A0E-7FEE-054C-6B51045E612D}"/>
              </a:ext>
            </a:extLst>
          </p:cNvPr>
          <p:cNvSpPr/>
          <p:nvPr/>
        </p:nvSpPr>
        <p:spPr>
          <a:xfrm>
            <a:off x="12329886" y="7645776"/>
            <a:ext cx="2510972" cy="5158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1060" y="-540186"/>
            <a:ext cx="10106978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Outcome &amp; Future Scope: Expanding Horizons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9841" y="1506974"/>
            <a:ext cx="3599140" cy="44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Immediate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9841" y="2159198"/>
            <a:ext cx="404813" cy="404813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4557" y="2220992"/>
            <a:ext cx="243363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Instant Volatility Alerts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14557" y="2682002"/>
            <a:ext cx="588121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 receive real-time notifications on significant stock price fluctuations.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9841" y="3329583"/>
            <a:ext cx="404813" cy="404813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4557" y="3391376"/>
            <a:ext cx="344793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Centralized Data Management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14557" y="3852386"/>
            <a:ext cx="5881211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SharePoint offers a secure and accessible platform for watchlists and stock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841" y="4787741"/>
            <a:ext cx="404813" cy="404813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4557" y="4849535"/>
            <a:ext cx="224944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Interactive Analysis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14557" y="5310545"/>
            <a:ext cx="5881211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Excel dashboards provide dynamic visualization for informed decision-making.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2252" y="1506974"/>
            <a:ext cx="4385786" cy="44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Strategic Enhancements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542252" y="2429113"/>
            <a:ext cx="6465927" cy="1401366"/>
          </a:xfrm>
          <a:prstGeom prst="roundRect">
            <a:avLst>
              <a:gd name="adj" fmla="val 7830"/>
            </a:avLst>
          </a:prstGeom>
          <a:solidFill>
            <a:srgbClr val="050505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2252" y="2406253"/>
            <a:ext cx="6465927" cy="91440"/>
          </a:xfrm>
          <a:prstGeom prst="roundRect">
            <a:avLst>
              <a:gd name="adj" fmla="val 82658"/>
            </a:avLst>
          </a:prstGeom>
          <a:solidFill>
            <a:srgbClr val="F2F2F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05242" y="2159198"/>
            <a:ext cx="539829" cy="539829"/>
          </a:xfrm>
          <a:prstGeom prst="roundRect">
            <a:avLst>
              <a:gd name="adj" fmla="val 169387"/>
            </a:avLst>
          </a:prstGeom>
          <a:solidFill>
            <a:srgbClr val="F2F2F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167" y="2294096"/>
            <a:ext cx="215860" cy="26991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45016" y="2878931"/>
            <a:ext cx="240184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Snowflake Integration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745016" y="3339941"/>
            <a:ext cx="606040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Enabling advanced analytics with historical stock data storage.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42252" y="4280297"/>
            <a:ext cx="6465927" cy="1401366"/>
          </a:xfrm>
          <a:prstGeom prst="roundRect">
            <a:avLst>
              <a:gd name="adj" fmla="val 7830"/>
            </a:avLst>
          </a:prstGeom>
          <a:solidFill>
            <a:srgbClr val="050505"/>
          </a:solidFill>
          <a:ln/>
        </p:spPr>
      </p:sp>
      <p:sp>
        <p:nvSpPr>
          <p:cNvPr id="21" name="Shape 18"/>
          <p:cNvSpPr/>
          <p:nvPr/>
        </p:nvSpPr>
        <p:spPr>
          <a:xfrm>
            <a:off x="7542252" y="4257437"/>
            <a:ext cx="6465927" cy="91440"/>
          </a:xfrm>
          <a:prstGeom prst="roundRect">
            <a:avLst>
              <a:gd name="adj" fmla="val 82658"/>
            </a:avLst>
          </a:prstGeom>
          <a:solidFill>
            <a:srgbClr val="F2F2F3"/>
          </a:solidFill>
          <a:ln/>
        </p:spPr>
      </p:sp>
      <p:sp>
        <p:nvSpPr>
          <p:cNvPr id="22" name="Shape 19"/>
          <p:cNvSpPr/>
          <p:nvPr/>
        </p:nvSpPr>
        <p:spPr>
          <a:xfrm>
            <a:off x="10505242" y="4010382"/>
            <a:ext cx="539829" cy="539829"/>
          </a:xfrm>
          <a:prstGeom prst="roundRect">
            <a:avLst>
              <a:gd name="adj" fmla="val 169387"/>
            </a:avLst>
          </a:prstGeom>
          <a:solidFill>
            <a:srgbClr val="F2F2F3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167" y="4145280"/>
            <a:ext cx="215860" cy="26991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745016" y="4730115"/>
            <a:ext cx="248054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Visualizations</a:t>
            </a:r>
            <a:endParaRPr lang="en-US" sz="1750" dirty="0"/>
          </a:p>
        </p:txBody>
      </p:sp>
      <p:sp>
        <p:nvSpPr>
          <p:cNvPr id="25" name="Text 21"/>
          <p:cNvSpPr/>
          <p:nvPr/>
        </p:nvSpPr>
        <p:spPr>
          <a:xfrm>
            <a:off x="7745016" y="5191125"/>
            <a:ext cx="606040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Introducing richer, real-time dashboards and predictive trend analysis.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542252" y="6131481"/>
            <a:ext cx="6465927" cy="1401366"/>
          </a:xfrm>
          <a:prstGeom prst="roundRect">
            <a:avLst>
              <a:gd name="adj" fmla="val 7830"/>
            </a:avLst>
          </a:prstGeom>
          <a:solidFill>
            <a:srgbClr val="050505"/>
          </a:solidFill>
          <a:ln/>
        </p:spPr>
      </p:sp>
      <p:sp>
        <p:nvSpPr>
          <p:cNvPr id="27" name="Shape 23"/>
          <p:cNvSpPr/>
          <p:nvPr/>
        </p:nvSpPr>
        <p:spPr>
          <a:xfrm>
            <a:off x="7542252" y="6108621"/>
            <a:ext cx="6465927" cy="91440"/>
          </a:xfrm>
          <a:prstGeom prst="roundRect">
            <a:avLst>
              <a:gd name="adj" fmla="val 82658"/>
            </a:avLst>
          </a:prstGeom>
          <a:solidFill>
            <a:srgbClr val="F2F2F3"/>
          </a:solidFill>
          <a:ln/>
        </p:spPr>
      </p:sp>
      <p:sp>
        <p:nvSpPr>
          <p:cNvPr id="28" name="Shape 24"/>
          <p:cNvSpPr/>
          <p:nvPr/>
        </p:nvSpPr>
        <p:spPr>
          <a:xfrm>
            <a:off x="10505242" y="5861566"/>
            <a:ext cx="539829" cy="539829"/>
          </a:xfrm>
          <a:prstGeom prst="roundRect">
            <a:avLst>
              <a:gd name="adj" fmla="val 169387"/>
            </a:avLst>
          </a:prstGeom>
          <a:solidFill>
            <a:srgbClr val="F2F2F3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7167" y="5996464"/>
            <a:ext cx="215860" cy="26991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45016" y="6581299"/>
            <a:ext cx="237303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Mobile-Friendly Alerts</a:t>
            </a:r>
            <a:endParaRPr lang="en-US" sz="1750" dirty="0"/>
          </a:p>
        </p:txBody>
      </p:sp>
      <p:sp>
        <p:nvSpPr>
          <p:cNvPr id="31" name="Text 26"/>
          <p:cNvSpPr/>
          <p:nvPr/>
        </p:nvSpPr>
        <p:spPr>
          <a:xfrm>
            <a:off x="7745016" y="7042309"/>
            <a:ext cx="606040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Expanding notifications to Teams or SMS for on-the-go accessibility.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562827-61AB-DAFF-D810-CF5801AE85DE}"/>
              </a:ext>
            </a:extLst>
          </p:cNvPr>
          <p:cNvSpPr txBox="1"/>
          <p:nvPr/>
        </p:nvSpPr>
        <p:spPr>
          <a:xfrm>
            <a:off x="6400800" y="32004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CC0E16-1A79-4041-24BC-BD8DC953C5F0}"/>
              </a:ext>
            </a:extLst>
          </p:cNvPr>
          <p:cNvSpPr/>
          <p:nvPr/>
        </p:nvSpPr>
        <p:spPr>
          <a:xfrm rot="21290877">
            <a:off x="11656455" y="7617974"/>
            <a:ext cx="3601569" cy="6371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Jay vardhan</cp:lastModifiedBy>
  <cp:revision>2</cp:revision>
  <dcterms:created xsi:type="dcterms:W3CDTF">2025-07-25T14:53:19Z</dcterms:created>
  <dcterms:modified xsi:type="dcterms:W3CDTF">2025-07-25T15:00:53Z</dcterms:modified>
</cp:coreProperties>
</file>